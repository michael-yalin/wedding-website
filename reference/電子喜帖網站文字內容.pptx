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56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624B"/>
    <a:srgbClr val="717171"/>
    <a:srgbClr val="A69F8D"/>
    <a:srgbClr val="4F3B24"/>
    <a:srgbClr val="EDE7DB"/>
    <a:srgbClr val="D8CFBE"/>
    <a:srgbClr val="F9F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0EBC0D-313D-DCA8-77D1-093A60FDC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0CB2661-EC66-48FC-FBCC-F8629B90F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20ABE9-950C-893E-9819-7071F248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358326-20F5-4FC3-069E-775A6E60F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C15339-1DDE-B01C-967D-240C6719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681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02F5CA-6B2A-EBA5-E3D4-BB2F4DA8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88C576-ECAA-CA6F-4141-B0ED55F31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F87710-1721-2481-E34F-1D1CFD2BF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7D66D9-815F-ADA2-8AE3-DAF9890A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BA97B2-BBA4-8503-1538-EFFFF0C6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8308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C8CFD-C724-3EDC-1C68-30CB10E1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86A0A6A-E28F-B17B-4269-1C745BD0F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F07699-BF7E-B509-0F8D-CE51E46F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49A2BC-0E1C-92FF-F780-0F33E5E4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21952B-6E1E-FB5B-50B6-83F549006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850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BC2D55-37E6-3035-F31D-21BB801CB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DD4F14-6C00-E3B1-F390-CB9507751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004079-0963-26CF-9616-7618CFFE7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54BF0EE-D19D-4370-C551-8A6538FDD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24C107A-E161-98FE-7FFA-2FD27449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C3EED0-9CF0-2148-D9CC-7F00F8C6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367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910D10-C493-B887-94B7-2C101C821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970E0C-9FE2-6A97-7D13-5CC8DA6B6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177655A-CA34-223E-EB56-CED65E9FA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A46FD4D-0396-DC88-82E3-1E22B07BF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A07B8C6-E3A4-82EA-A6A3-50F90EACA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96A45A7-D72E-98CA-9DFE-B5FD7734F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6F67D66-75DD-5C07-7C2E-FB4D2E08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1F4763E-5EE7-5894-F15C-7A0C9CD2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8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599EED-288B-D00A-0CD9-84BFE6ABF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E68CB7-459B-123D-E799-75E9493E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5C6C74-29A0-5F0E-04F3-F7CE07273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FF2904-6BAC-E21D-4DAB-91CD14AF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667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EEE5A8F-551B-B6CD-3DB0-D462B2F9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A2C38BE-8CF2-C47B-9F8C-F9370CE3E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970644-B80D-0108-0C27-D2005665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32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9774E8-F8D7-02DF-500C-E5C33D403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66E3C9-781A-6654-9743-790AA0A5C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D15DC4F-42A0-1BEE-D329-53765BBB8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9F949EE-8D42-2277-4418-0C447487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80B4C4-FDD3-ACA4-12BC-FCB9A4231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456428-381B-C34F-3F44-6FF6D5E5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977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2617A4-FD85-A042-2936-A2665D1F6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4A74D0A-960A-1ABD-A184-D4AA67B5D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B494D43-CB32-D5B2-1D81-FE8EB5624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EDAE7F-0D29-C288-8FD5-03152172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D8F51E-1880-7DD2-13F4-2DC7560D8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827880C-B4AF-235D-B66E-9BC10540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853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1E94EC-084B-513C-80BE-125C48941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A9865C-A6C9-4DB0-5E0F-182ECEE0A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3B1775-648C-4DC5-58BC-80E863D27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80122E-5A24-3798-F54A-5BD5C4FE8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70DF21-BDA4-5C63-38ED-2A3BAE7E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781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E1D29A-6DA3-EEBB-4658-7D111278C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92ABE67-E31E-2837-A78E-9C9F654D6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1E97F2-41AA-06C1-D2EF-F1063209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FB75CA-8994-B471-B4A9-19CB3A1C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B46E52-E71E-196D-0BAB-21B4D058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04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EEE168A-6041-FC73-9603-5C60B039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F1BA4F-ABB9-011A-71AF-8FB4D4B17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43A299F-715A-89F2-7052-E9890D111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429F1-90E9-453F-9F96-E2A9CA1DF293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CA5F47-A0C3-B9A3-A5E8-079088D28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766EDB-FDBC-1B45-CD03-41C3DD7D6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4AD326-6D97-4A66-919F-660CAEE3BA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882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E5C59E3-B5F0-DEAF-3C78-EBB1469CB5E2}"/>
              </a:ext>
            </a:extLst>
          </p:cNvPr>
          <p:cNvSpPr txBox="1"/>
          <p:nvPr/>
        </p:nvSpPr>
        <p:spPr>
          <a:xfrm>
            <a:off x="5377234" y="2400307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Vladimir Script" panose="03050402040407070305" pitchFamily="66" charset="0"/>
              </a:rPr>
              <a:t>MY</a:t>
            </a:r>
            <a:endParaRPr lang="zh-TW" altLang="en-US" sz="3200" dirty="0">
              <a:latin typeface="Vladimir Script" panose="03050402040407070305" pitchFamily="66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1701B17-7CCC-1588-B612-62E11A424D01}"/>
              </a:ext>
            </a:extLst>
          </p:cNvPr>
          <p:cNvSpPr txBox="1"/>
          <p:nvPr/>
        </p:nvSpPr>
        <p:spPr>
          <a:xfrm>
            <a:off x="5410899" y="3678572"/>
            <a:ext cx="774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2026.10.11</a:t>
            </a:r>
            <a:endParaRPr lang="zh-TW" altLang="en-US" sz="10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EEED52A-80AF-729C-E1F6-72D274F12D7D}"/>
              </a:ext>
            </a:extLst>
          </p:cNvPr>
          <p:cNvSpPr txBox="1"/>
          <p:nvPr/>
        </p:nvSpPr>
        <p:spPr>
          <a:xfrm>
            <a:off x="5301892" y="387291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Michael </a:t>
            </a:r>
            <a:r>
              <a:rPr lang="en-US" altLang="zh-TW" sz="700" dirty="0"/>
              <a:t>&amp;</a:t>
            </a:r>
            <a:r>
              <a:rPr lang="en-US" altLang="zh-TW" sz="1000" dirty="0"/>
              <a:t> </a:t>
            </a:r>
            <a:r>
              <a:rPr lang="en-US" altLang="zh-TW" sz="1000" dirty="0" err="1"/>
              <a:t>Yalin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6224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602F896-3696-F004-F417-4B0A92FA969E}"/>
              </a:ext>
            </a:extLst>
          </p:cNvPr>
          <p:cNvSpPr txBox="1"/>
          <p:nvPr/>
        </p:nvSpPr>
        <p:spPr>
          <a:xfrm>
            <a:off x="2196867" y="1656826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MICHAEL</a:t>
            </a:r>
            <a:r>
              <a:rPr lang="zh-TW" altLang="en-US"/>
              <a:t> 謝宗祐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0C981BD-ED49-1316-03A5-92B9806BBBC5}"/>
              </a:ext>
            </a:extLst>
          </p:cNvPr>
          <p:cNvSpPr txBox="1"/>
          <p:nvPr/>
        </p:nvSpPr>
        <p:spPr>
          <a:xfrm>
            <a:off x="2196867" y="2551837"/>
            <a:ext cx="300850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dirty="0">
                <a:latin typeface="Courier New" panose="02070309020205020404" pitchFamily="49" charset="0"/>
              </a:rPr>
              <a:t>外表I人的超級E人。</a:t>
            </a:r>
          </a:p>
          <a:p>
            <a:pPr>
              <a:buNone/>
            </a:pPr>
            <a:r>
              <a:rPr lang="zh-TW" altLang="zh-TW" dirty="0">
                <a:latin typeface="Courier New" panose="02070309020205020404" pitchFamily="49" charset="0"/>
              </a:rPr>
              <a:t>大家口中認真、負責、有禮貌零負評好青年（？ </a:t>
            </a:r>
          </a:p>
          <a:p>
            <a:pPr>
              <a:buNone/>
            </a:pPr>
            <a:r>
              <a:rPr lang="zh-TW" altLang="zh-TW" dirty="0">
                <a:latin typeface="Courier New" panose="02070309020205020404" pitchFamily="49" charset="0"/>
              </a:rPr>
              <a:t>遇到新娘後弄丟了八塊肌，現在在找回八塊肌的旅程中迷路。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C83731A-62C8-23EC-839C-7FBA29898F97}"/>
              </a:ext>
            </a:extLst>
          </p:cNvPr>
          <p:cNvSpPr txBox="1"/>
          <p:nvPr/>
        </p:nvSpPr>
        <p:spPr>
          <a:xfrm>
            <a:off x="6673792" y="1656826"/>
            <a:ext cx="1462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YALIN</a:t>
            </a:r>
            <a:r>
              <a:rPr lang="zh-TW" altLang="en-US" dirty="0"/>
              <a:t> 黃雅琳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73344A-2C28-F4B0-579A-CD4DF2D338FF}"/>
              </a:ext>
            </a:extLst>
          </p:cNvPr>
          <p:cNvSpPr txBox="1"/>
          <p:nvPr/>
        </p:nvSpPr>
        <p:spPr>
          <a:xfrm>
            <a:off x="6673792" y="2551837"/>
            <a:ext cx="30085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外表E人的超級I人。</a:t>
            </a:r>
          </a:p>
          <a:p>
            <a:r>
              <a:rPr lang="zh-TW" altLang="zh-TW" dirty="0"/>
              <a:t>雖然口直心快很愛對新郎碎碎唸，優點是對新郎很好、很能包容新郎的缺點，常常會做些逗新郎笑的事。</a:t>
            </a:r>
          </a:p>
        </p:txBody>
      </p:sp>
    </p:spTree>
    <p:extLst>
      <p:ext uri="{BB962C8B-B14F-4D97-AF65-F5344CB8AC3E}">
        <p14:creationId xmlns:p14="http://schemas.microsoft.com/office/powerpoint/2010/main" val="26636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F66C32F8-86FC-9268-1595-1DDCAD71A435}"/>
              </a:ext>
            </a:extLst>
          </p:cNvPr>
          <p:cNvSpPr txBox="1"/>
          <p:nvPr/>
        </p:nvSpPr>
        <p:spPr>
          <a:xfrm>
            <a:off x="3048350" y="2828836"/>
            <a:ext cx="60966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TW" altLang="zh-TW" b="0" i="0" dirty="0">
                <a:effectLst/>
                <a:latin typeface="Petit Formal Script" panose="020F0502020204030204" pitchFamily="66" charset="0"/>
              </a:rPr>
              <a:t>we’re getting married</a:t>
            </a:r>
          </a:p>
          <a:p>
            <a:pPr algn="ctr">
              <a:buNone/>
            </a:pPr>
            <a:r>
              <a:rPr lang="zh-TW" altLang="zh-TW" sz="1400" i="0" dirty="0">
                <a:effectLst/>
                <a:latin typeface="Aboreto"/>
              </a:rPr>
              <a:t>邀請你們202</a:t>
            </a:r>
            <a:r>
              <a:rPr lang="en-US" altLang="zh-TW" sz="1400" i="0" dirty="0">
                <a:effectLst/>
                <a:latin typeface="Aboreto"/>
              </a:rPr>
              <a:t>6</a:t>
            </a:r>
            <a:r>
              <a:rPr lang="zh-TW" altLang="zh-TW" sz="1400" i="0" dirty="0">
                <a:effectLst/>
                <a:latin typeface="Aboreto"/>
              </a:rPr>
              <a:t>.1</a:t>
            </a:r>
            <a:r>
              <a:rPr lang="en-US" altLang="zh-TW" sz="1400" i="0" dirty="0">
                <a:effectLst/>
                <a:latin typeface="Aboreto"/>
              </a:rPr>
              <a:t>0</a:t>
            </a:r>
            <a:r>
              <a:rPr lang="zh-TW" altLang="zh-TW" sz="1400" i="0" dirty="0">
                <a:effectLst/>
                <a:latin typeface="Aboreto"/>
              </a:rPr>
              <a:t>.1</a:t>
            </a:r>
            <a:r>
              <a:rPr lang="en-US" altLang="zh-TW" sz="1400" i="0" dirty="0">
                <a:effectLst/>
                <a:latin typeface="Aboreto"/>
              </a:rPr>
              <a:t>1</a:t>
            </a:r>
            <a:r>
              <a:rPr lang="zh-TW" altLang="zh-TW" sz="1400" i="0" dirty="0">
                <a:effectLst/>
                <a:latin typeface="Aboreto"/>
              </a:rPr>
              <a:t>（</a:t>
            </a:r>
            <a:r>
              <a:rPr lang="zh-TW" altLang="en-US" sz="1400" i="0" dirty="0">
                <a:effectLst/>
                <a:latin typeface="Aboreto"/>
              </a:rPr>
              <a:t>日</a:t>
            </a:r>
            <a:r>
              <a:rPr lang="zh-TW" altLang="zh-TW" sz="1400" i="0" dirty="0">
                <a:effectLst/>
                <a:latin typeface="Aboreto"/>
              </a:rPr>
              <a:t>）</a:t>
            </a:r>
            <a:br>
              <a:rPr lang="zh-TW" altLang="zh-TW" sz="1400" i="0" dirty="0">
                <a:effectLst/>
                <a:latin typeface="Aboreto"/>
              </a:rPr>
            </a:br>
            <a:r>
              <a:rPr lang="zh-TW" altLang="zh-TW" sz="1400" i="0" dirty="0">
                <a:effectLst/>
                <a:latin typeface="Aboreto"/>
              </a:rPr>
              <a:t>前往台</a:t>
            </a:r>
            <a:r>
              <a:rPr lang="zh-TW" altLang="en-US" sz="1400" dirty="0">
                <a:latin typeface="Aboreto"/>
              </a:rPr>
              <a:t>北漢來大飯店</a:t>
            </a:r>
            <a:br>
              <a:rPr lang="zh-TW" altLang="zh-TW" sz="1400" i="0" dirty="0">
                <a:effectLst/>
                <a:latin typeface="Aboreto"/>
              </a:rPr>
            </a:br>
            <a:r>
              <a:rPr lang="zh-TW" altLang="zh-TW" sz="1400" i="0" dirty="0">
                <a:effectLst/>
                <a:latin typeface="Aboreto"/>
              </a:rPr>
              <a:t>與我們一起慶祝</a:t>
            </a:r>
          </a:p>
        </p:txBody>
      </p:sp>
    </p:spTree>
    <p:extLst>
      <p:ext uri="{BB962C8B-B14F-4D97-AF65-F5344CB8AC3E}">
        <p14:creationId xmlns:p14="http://schemas.microsoft.com/office/powerpoint/2010/main" val="1199262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8D028B3-C25E-F40A-A67D-79A6602E8E6B}"/>
              </a:ext>
            </a:extLst>
          </p:cNvPr>
          <p:cNvSpPr txBox="1"/>
          <p:nvPr/>
        </p:nvSpPr>
        <p:spPr>
          <a:xfrm>
            <a:off x="5744066" y="1576841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Schedule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62284D1-5DC3-8DFE-C613-1D2C2177617A}"/>
              </a:ext>
            </a:extLst>
          </p:cNvPr>
          <p:cNvSpPr txBox="1"/>
          <p:nvPr/>
        </p:nvSpPr>
        <p:spPr>
          <a:xfrm>
            <a:off x="1558508" y="3852464"/>
            <a:ext cx="12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i="0" dirty="0">
                <a:solidFill>
                  <a:schemeClr val="bg1">
                    <a:lumMod val="75000"/>
                  </a:schemeClr>
                </a:solidFill>
                <a:effectLst/>
                <a:latin typeface="Aboreto"/>
              </a:rPr>
              <a:t>證婚儀式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2B5E669-51F0-4DF1-A622-C7358E493282}"/>
              </a:ext>
            </a:extLst>
          </p:cNvPr>
          <p:cNvSpPr txBox="1"/>
          <p:nvPr/>
        </p:nvSpPr>
        <p:spPr>
          <a:xfrm>
            <a:off x="5650798" y="3086679"/>
            <a:ext cx="12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11:40 AM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CFFBBD2-B10D-0570-DAB5-60275C1146B3}"/>
              </a:ext>
            </a:extLst>
          </p:cNvPr>
          <p:cNvSpPr txBox="1"/>
          <p:nvPr/>
        </p:nvSpPr>
        <p:spPr>
          <a:xfrm>
            <a:off x="7696943" y="3852464"/>
            <a:ext cx="12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latin typeface="Aboreto"/>
              </a:rPr>
              <a:t>午宴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ECECC4C-8120-1EA2-DA29-EA383FAD4227}"/>
              </a:ext>
            </a:extLst>
          </p:cNvPr>
          <p:cNvSpPr txBox="1"/>
          <p:nvPr/>
        </p:nvSpPr>
        <p:spPr>
          <a:xfrm>
            <a:off x="9743088" y="3852464"/>
            <a:ext cx="12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i="0" dirty="0">
                <a:effectLst/>
                <a:latin typeface="Aboreto"/>
              </a:rPr>
              <a:t>送客合照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9116BDF-8B21-4854-50D9-599477B99853}"/>
              </a:ext>
            </a:extLst>
          </p:cNvPr>
          <p:cNvSpPr txBox="1"/>
          <p:nvPr/>
        </p:nvSpPr>
        <p:spPr>
          <a:xfrm>
            <a:off x="5650798" y="3852464"/>
            <a:ext cx="12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i="0" dirty="0">
                <a:effectLst/>
                <a:latin typeface="Aboreto"/>
              </a:rPr>
              <a:t>迎賓簽到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0D51AAC-C7C5-7738-A525-A649AB97F00C}"/>
              </a:ext>
            </a:extLst>
          </p:cNvPr>
          <p:cNvSpPr txBox="1"/>
          <p:nvPr/>
        </p:nvSpPr>
        <p:spPr>
          <a:xfrm>
            <a:off x="3604653" y="3852464"/>
            <a:ext cx="12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dirty="0">
                <a:solidFill>
                  <a:schemeClr val="bg1">
                    <a:lumMod val="75000"/>
                  </a:schemeClr>
                </a:solidFill>
              </a:rPr>
              <a:t>合照時間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05500A7-E8E7-9D46-EEFE-4EF57282133D}"/>
              </a:ext>
            </a:extLst>
          </p:cNvPr>
          <p:cNvSpPr txBox="1"/>
          <p:nvPr/>
        </p:nvSpPr>
        <p:spPr>
          <a:xfrm>
            <a:off x="7696943" y="3086679"/>
            <a:ext cx="12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12:20 PM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6DC81A2-9F59-1962-9AB6-508D70B7F0A1}"/>
              </a:ext>
            </a:extLst>
          </p:cNvPr>
          <p:cNvSpPr txBox="1"/>
          <p:nvPr/>
        </p:nvSpPr>
        <p:spPr>
          <a:xfrm>
            <a:off x="9743088" y="3086679"/>
            <a:ext cx="12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14:40 PM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A2E1C55-A04C-DE0B-24BB-82FF20062B8F}"/>
              </a:ext>
            </a:extLst>
          </p:cNvPr>
          <p:cNvSpPr txBox="1"/>
          <p:nvPr/>
        </p:nvSpPr>
        <p:spPr>
          <a:xfrm>
            <a:off x="1558508" y="3086679"/>
            <a:ext cx="12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11:00 AM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4EED57A-D894-E034-A57F-311307FAF4E5}"/>
              </a:ext>
            </a:extLst>
          </p:cNvPr>
          <p:cNvSpPr txBox="1"/>
          <p:nvPr/>
        </p:nvSpPr>
        <p:spPr>
          <a:xfrm>
            <a:off x="3604653" y="3086679"/>
            <a:ext cx="12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11:20 AM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87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字方塊 17">
            <a:extLst>
              <a:ext uri="{FF2B5EF4-FFF2-40B4-BE49-F238E27FC236}">
                <a16:creationId xmlns:a16="http://schemas.microsoft.com/office/drawing/2014/main" id="{A907DCF2-F4FC-E5E6-AE94-39819C0E36A8}"/>
              </a:ext>
            </a:extLst>
          </p:cNvPr>
          <p:cNvSpPr txBox="1"/>
          <p:nvPr/>
        </p:nvSpPr>
        <p:spPr>
          <a:xfrm>
            <a:off x="5717627" y="925199"/>
            <a:ext cx="756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Traffic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4697985-D430-A15C-2C00-B1A049E69B51}"/>
              </a:ext>
            </a:extLst>
          </p:cNvPr>
          <p:cNvSpPr txBox="1"/>
          <p:nvPr/>
        </p:nvSpPr>
        <p:spPr>
          <a:xfrm>
            <a:off x="2686050" y="1884008"/>
            <a:ext cx="6097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b="1" i="0" dirty="0">
                <a:effectLst/>
                <a:latin typeface="Aboreto"/>
              </a:rPr>
              <a:t>台北漢來大飯店</a:t>
            </a:r>
            <a:br>
              <a:rPr lang="zh-TW" altLang="zh-TW" dirty="0"/>
            </a:br>
            <a:r>
              <a:rPr lang="zh-TW" altLang="zh-TW" b="1" i="0" dirty="0">
                <a:effectLst/>
                <a:latin typeface="Aboreto"/>
              </a:rPr>
              <a:t>台北市南港區經貿一路168號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08B20B8-181A-A35C-B92F-2F8D9B58E699}"/>
              </a:ext>
            </a:extLst>
          </p:cNvPr>
          <p:cNvSpPr txBox="1"/>
          <p:nvPr/>
        </p:nvSpPr>
        <p:spPr>
          <a:xfrm>
            <a:off x="2686050" y="2861441"/>
            <a:ext cx="60973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i="0" dirty="0">
                <a:effectLst/>
                <a:latin typeface="Aboreto"/>
              </a:rPr>
              <a:t>捷運：</a:t>
            </a:r>
            <a:br>
              <a:rPr lang="zh-TW" altLang="zh-TW" i="0" dirty="0">
                <a:effectLst/>
                <a:latin typeface="Aboreto"/>
              </a:rPr>
            </a:br>
            <a:r>
              <a:rPr lang="zh-TW" altLang="zh-TW" i="0" dirty="0">
                <a:effectLst/>
                <a:latin typeface="Aboreto"/>
              </a:rPr>
              <a:t>搭乘【BR文湖線】或【BL板南線】至南港展覽館站1號出口 → 步行約5分鐘。</a:t>
            </a:r>
            <a:endParaRPr lang="en-US" altLang="zh-TW" i="0" dirty="0">
              <a:effectLst/>
              <a:latin typeface="Aboreto"/>
            </a:endParaRPr>
          </a:p>
          <a:p>
            <a:pPr>
              <a:buNone/>
            </a:pPr>
            <a:endParaRPr lang="zh-TW" altLang="zh-TW" i="0" dirty="0">
              <a:effectLst/>
              <a:latin typeface="Aboreto"/>
            </a:endParaRPr>
          </a:p>
          <a:p>
            <a:pPr>
              <a:buNone/>
            </a:pPr>
            <a:r>
              <a:rPr lang="zh-TW" altLang="zh-TW" i="0" dirty="0">
                <a:effectLst/>
                <a:latin typeface="Aboreto"/>
              </a:rPr>
              <a:t>搭乘高鐵：</a:t>
            </a:r>
            <a:br>
              <a:rPr lang="zh-TW" altLang="zh-TW" i="0" dirty="0">
                <a:effectLst/>
                <a:latin typeface="Aboreto"/>
              </a:rPr>
            </a:br>
            <a:r>
              <a:rPr lang="zh-TW" altLang="zh-TW" i="0" dirty="0">
                <a:effectLst/>
                <a:latin typeface="Aboreto"/>
              </a:rPr>
              <a:t>至南港站 → 捷運板南線南港展覽館站1號出口 → 步行約5分鐘。</a:t>
            </a:r>
            <a:endParaRPr lang="en-US" altLang="zh-TW" i="0" dirty="0">
              <a:effectLst/>
              <a:latin typeface="Aboreto"/>
            </a:endParaRPr>
          </a:p>
          <a:p>
            <a:pPr>
              <a:buNone/>
            </a:pPr>
            <a:endParaRPr lang="zh-TW" altLang="zh-TW" i="0" dirty="0">
              <a:effectLst/>
              <a:latin typeface="Aboreto"/>
            </a:endParaRPr>
          </a:p>
          <a:p>
            <a:pPr>
              <a:buNone/>
            </a:pPr>
            <a:r>
              <a:rPr lang="zh-TW" altLang="zh-TW" i="0" dirty="0">
                <a:effectLst/>
                <a:latin typeface="Aboreto"/>
              </a:rPr>
              <a:t>自行駕車：</a:t>
            </a:r>
            <a:br>
              <a:rPr lang="zh-TW" altLang="zh-TW" i="0" dirty="0">
                <a:effectLst/>
                <a:latin typeface="Aboreto"/>
              </a:rPr>
            </a:br>
            <a:r>
              <a:rPr lang="zh-TW" altLang="zh-TW" i="0" dirty="0">
                <a:effectLst/>
                <a:latin typeface="Aboreto"/>
              </a:rPr>
              <a:t>汽車可停放至台北漢來飯店停車場，停車場請由【經貿一路】進入。</a:t>
            </a:r>
            <a:br>
              <a:rPr lang="zh-TW" altLang="zh-TW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94249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B0FFFB8E-55B9-D83C-8882-AB2B5B531882}"/>
              </a:ext>
            </a:extLst>
          </p:cNvPr>
          <p:cNvSpPr/>
          <p:nvPr/>
        </p:nvSpPr>
        <p:spPr>
          <a:xfrm>
            <a:off x="2619464" y="3029655"/>
            <a:ext cx="956345" cy="956345"/>
          </a:xfrm>
          <a:prstGeom prst="ellipse">
            <a:avLst/>
          </a:prstGeom>
          <a:solidFill>
            <a:srgbClr val="EDE7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5A7D5A1-33F4-6BB6-3834-842FEFBD88C1}"/>
              </a:ext>
            </a:extLst>
          </p:cNvPr>
          <p:cNvSpPr/>
          <p:nvPr/>
        </p:nvSpPr>
        <p:spPr>
          <a:xfrm>
            <a:off x="4183661" y="3029655"/>
            <a:ext cx="956345" cy="956345"/>
          </a:xfrm>
          <a:prstGeom prst="ellipse">
            <a:avLst/>
          </a:prstGeom>
          <a:solidFill>
            <a:srgbClr val="D8C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DC481F1-0585-F582-A6CC-67BB075A3F15}"/>
              </a:ext>
            </a:extLst>
          </p:cNvPr>
          <p:cNvSpPr/>
          <p:nvPr/>
        </p:nvSpPr>
        <p:spPr>
          <a:xfrm>
            <a:off x="5747858" y="3029655"/>
            <a:ext cx="956345" cy="956345"/>
          </a:xfrm>
          <a:prstGeom prst="ellipse">
            <a:avLst/>
          </a:prstGeom>
          <a:solidFill>
            <a:srgbClr val="A69F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AF352FF-7228-20D5-4860-52230A588AF9}"/>
              </a:ext>
            </a:extLst>
          </p:cNvPr>
          <p:cNvSpPr/>
          <p:nvPr/>
        </p:nvSpPr>
        <p:spPr>
          <a:xfrm>
            <a:off x="7312055" y="3029655"/>
            <a:ext cx="956345" cy="956345"/>
          </a:xfrm>
          <a:prstGeom prst="ellipse">
            <a:avLst/>
          </a:prstGeom>
          <a:solidFill>
            <a:srgbClr val="7762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7575EE33-3390-5D43-B068-E8CAFD33CE80}"/>
              </a:ext>
            </a:extLst>
          </p:cNvPr>
          <p:cNvSpPr/>
          <p:nvPr/>
        </p:nvSpPr>
        <p:spPr>
          <a:xfrm>
            <a:off x="8876253" y="3029655"/>
            <a:ext cx="956345" cy="956345"/>
          </a:xfrm>
          <a:prstGeom prst="ellipse">
            <a:avLst/>
          </a:prstGeom>
          <a:solidFill>
            <a:srgbClr val="717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80A4DEB-C514-C762-9AD2-E465E9019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424" y="7523763"/>
            <a:ext cx="5112013" cy="269253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6608236A-9519-A9B7-7E0B-32284B996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14" y="7346730"/>
            <a:ext cx="3024366" cy="384060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B309E4D-1F32-9A76-FD11-4E8ECB1C0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525" y="6929401"/>
            <a:ext cx="2311519" cy="4769095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965959B4-B199-7ADF-1AEF-95820246B113}"/>
              </a:ext>
            </a:extLst>
          </p:cNvPr>
          <p:cNvSpPr txBox="1"/>
          <p:nvPr/>
        </p:nvSpPr>
        <p:spPr>
          <a:xfrm>
            <a:off x="5622403" y="1576841"/>
            <a:ext cx="1207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Dress code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855D354-414F-820D-FCF4-A20091F5FBB0}"/>
              </a:ext>
            </a:extLst>
          </p:cNvPr>
          <p:cNvSpPr txBox="1"/>
          <p:nvPr/>
        </p:nvSpPr>
        <p:spPr>
          <a:xfrm>
            <a:off x="4398257" y="4631699"/>
            <a:ext cx="3655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i="0" dirty="0">
                <a:effectLst/>
                <a:latin typeface="Aboreto"/>
              </a:rPr>
              <a:t>誠邀著大地色系服裝出席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360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E1D21F6-0C0C-30BB-9DC5-3A7BB050283B}"/>
              </a:ext>
            </a:extLst>
          </p:cNvPr>
          <p:cNvSpPr txBox="1"/>
          <p:nvPr/>
        </p:nvSpPr>
        <p:spPr>
          <a:xfrm>
            <a:off x="5646052" y="1088110"/>
            <a:ext cx="66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RSVP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1DDD206-AADA-357D-0DA2-67229CA22C5A}"/>
              </a:ext>
            </a:extLst>
          </p:cNvPr>
          <p:cNvSpPr txBox="1"/>
          <p:nvPr/>
        </p:nvSpPr>
        <p:spPr>
          <a:xfrm>
            <a:off x="4546381" y="2274838"/>
            <a:ext cx="368321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1.姓名</a:t>
            </a:r>
          </a:p>
          <a:p>
            <a:r>
              <a:rPr lang="zh-TW" altLang="en-US" dirty="0"/>
              <a:t>2.Email</a:t>
            </a:r>
          </a:p>
          <a:p>
            <a:r>
              <a:rPr lang="zh-TW" altLang="en-US" dirty="0"/>
              <a:t>3.手機</a:t>
            </a:r>
          </a:p>
          <a:p>
            <a:r>
              <a:rPr lang="zh-TW" altLang="en-US" dirty="0"/>
              <a:t>4.參加人數(包含自己)</a:t>
            </a:r>
          </a:p>
          <a:p>
            <a:r>
              <a:rPr lang="zh-TW" altLang="en-US" dirty="0"/>
              <a:t>5.是否需要兒童餐椅</a:t>
            </a:r>
          </a:p>
          <a:p>
            <a:r>
              <a:rPr lang="zh-TW" altLang="en-US" dirty="0"/>
              <a:t>6.素食人數</a:t>
            </a:r>
          </a:p>
          <a:p>
            <a:r>
              <a:rPr lang="zh-TW" altLang="en-US" dirty="0"/>
              <a:t>7.是否需要紙本喜帖</a:t>
            </a:r>
          </a:p>
          <a:p>
            <a:r>
              <a:rPr lang="zh-TW" altLang="en-US" dirty="0"/>
              <a:t>8.喜帖寄送地址(郵遞區號+地址)</a:t>
            </a:r>
            <a:endParaRPr lang="en-US" altLang="zh-TW" dirty="0"/>
          </a:p>
          <a:p>
            <a:r>
              <a:rPr lang="en-US" altLang="zh-TW" dirty="0"/>
              <a:t>9.</a:t>
            </a:r>
            <a:r>
              <a:rPr lang="zh-TW" altLang="en-US" dirty="0"/>
              <a:t>是否開車前往</a:t>
            </a:r>
            <a:endParaRPr lang="en-US" altLang="zh-TW" dirty="0"/>
          </a:p>
          <a:p>
            <a:r>
              <a:rPr lang="en-US" altLang="zh-TW" dirty="0"/>
              <a:t>10.</a:t>
            </a:r>
            <a:r>
              <a:rPr lang="zh-TW" altLang="zh-TW" b="1" dirty="0"/>
              <a:t> </a:t>
            </a:r>
            <a:r>
              <a:rPr lang="zh-TW" altLang="zh-TW" dirty="0"/>
              <a:t>LEAVE A MESSAGE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5468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Microsoft Office PowerPoint</Application>
  <PresentationFormat>寬螢幕</PresentationFormat>
  <Paragraphs>43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Aboreto</vt:lpstr>
      <vt:lpstr>Arial</vt:lpstr>
      <vt:lpstr>Calibri</vt:lpstr>
      <vt:lpstr>Calibri Light</vt:lpstr>
      <vt:lpstr>Courier New</vt:lpstr>
      <vt:lpstr>Petit Formal Script</vt:lpstr>
      <vt:lpstr>Vladimir Script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Tzong Yow Hsieh</dc:creator>
  <cp:lastModifiedBy>Tzong Yow Hsieh</cp:lastModifiedBy>
  <cp:revision>2</cp:revision>
  <dcterms:created xsi:type="dcterms:W3CDTF">2026-07-01T09:37:20Z</dcterms:created>
  <dcterms:modified xsi:type="dcterms:W3CDTF">2026-07-01T09:38:28Z</dcterms:modified>
</cp:coreProperties>
</file>